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14" autoAdjust="0"/>
  </p:normalViewPr>
  <p:slideViewPr>
    <p:cSldViewPr>
      <p:cViewPr varScale="1">
        <p:scale>
          <a:sx n="82" d="100"/>
          <a:sy n="82" d="100"/>
        </p:scale>
        <p:origin x="-1522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01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71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567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80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15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01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96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7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276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93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86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87134-2E13-4CD6-BB44-11C8E069DEFB}" type="datetimeFigureOut">
              <a:rPr lang="en-IN" smtClean="0"/>
              <a:t>02-10-2024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84D7E-CA74-4B88-8563-20DE17734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70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215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Maroof Sarveen</dc:creator>
  <cp:lastModifiedBy>Maroof Sarveen</cp:lastModifiedBy>
  <cp:revision>3</cp:revision>
  <dcterms:created xsi:type="dcterms:W3CDTF">2024-10-02T06:42:23Z</dcterms:created>
  <dcterms:modified xsi:type="dcterms:W3CDTF">2024-10-02T06:58:37Z</dcterms:modified>
</cp:coreProperties>
</file>